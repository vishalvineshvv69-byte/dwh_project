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C75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C4315-B953-3628-79BF-8B7174088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3CE8AF-FF40-C4B8-C81B-1E550295E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956A6-DE50-CB78-EE55-E892449B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A44F9-4C5C-6BB7-B4D6-2C949B09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6D8C0-3F34-36BA-5B39-D6F26F72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177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3659-E517-BA5D-5623-8FB8DB74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1B134-8B37-93DB-9A8A-1A1B0B7C4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B46E9-ADF9-3F9B-5867-1F941988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B8F8-5C98-4499-E850-D05EF1DF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6F6E5-762A-44DC-5AE1-22489609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05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37D6-AF52-D4A5-8484-43DFA0F0B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57F8F-1B20-DB62-65FB-0855CD56C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EE0A5-E7CA-70C3-EE6D-A4BBC6D31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05B07-0131-742B-880C-7A961FC1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6ACBB-57F6-85D9-F9DC-2AC7AC550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9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4C3AB-51C7-E734-966E-ABC99A3C7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39815-F1C7-3514-289C-8BED7C25B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8E18F-FFEF-0E86-2C9F-2DA202093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C7068-A32D-3469-F386-6C2B133D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DE9AC-CEA3-0DC3-D2F1-24BDB7F4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4047F-A695-9DD8-7D9B-65F666D67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23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B74C-1457-53E7-1E8A-A92F7286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9B327-83E1-BE92-B36F-48F7BA429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FABB1-5CE7-B09E-CF7E-9055591E2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18BAD1-054A-5ED6-EFF1-A8730D1820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B8AC0B-9BBE-D928-01C6-4A09C3F64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0AB3E4-8772-7AC3-39E3-887182BDF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108649-1C9E-369C-462D-1DEA1AD1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485AB-E3D1-58A7-A302-F90A58FA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58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D05DD-5AAB-60B8-1C42-D20E9DB1A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1B24A-9326-D2BB-EEBF-1C11565E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36436D-7B17-D68C-53D1-27556047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18498F-7CE3-897D-4D4D-4466A525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194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AAED65-BFEB-2904-F04B-873EA70DA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14EE6-6D8C-26C0-C132-A91AF047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1B4A8-D7CD-3FD7-D920-95C487C9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73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5F37F-3730-613A-CA29-32BFB2D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09CE1-3388-9E4E-4060-C19F99307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9BD75-301D-9D7A-6987-9CAF63B46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D8452-BBAC-A39B-CD95-EB8B105A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BB2DD-A394-6A6F-A778-DC9FEA880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C59CF-CBC8-6A64-2FDA-BFF28E6B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616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8380-1702-6BC7-529C-43EC8E6E0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46DC8-DD4D-2AD2-32AB-53AA2FC5C6D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B6B027-9BC4-ED87-4EC1-476C0D5DE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AAD93-2B1F-14E4-1300-4B4F3763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80EAB-58B4-6320-6FA7-CB738E01B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5851C-C9A2-8AFC-06C8-39633D2E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784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C7A10-3EBF-A331-A1F6-A7617352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F132B-18CF-15E2-BEBB-33E2BF87F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3A053-D636-3265-FE23-A295C0EB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8C425-774D-CA55-B0A4-0A58E579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D4364-2238-A1DF-334D-35637BCD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118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B84B38-8D9C-5354-B536-EDDCFE23A5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6DB137-D6A4-2D40-0095-8A57848D7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7A3FA-BA50-3D24-E539-8ABA9AFF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7D01D-5416-863E-338A-DD3A721D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35C3B-3C68-DA4D-5F06-24B13BE2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57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B60B7E-45D7-6C3D-76B3-435B8846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876B2-6C77-D2C8-1072-A5420C145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53A97-AE9F-AED1-33DE-6BE8A635D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F28F8-C9D1-422A-871C-7480703C9556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6D87B-341B-3F28-ED21-F7F7AFAC5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22EB8-E251-666D-22BD-90CA33F66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891E0-3576-4296-B978-30D914732BB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28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7A36C86-98E9-1DD7-EC5B-4D3A2D80059E}"/>
              </a:ext>
            </a:extLst>
          </p:cNvPr>
          <p:cNvSpPr/>
          <p:nvPr/>
        </p:nvSpPr>
        <p:spPr>
          <a:xfrm>
            <a:off x="387229" y="45722"/>
            <a:ext cx="5966604" cy="304598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4F0690-FA88-8DB1-1910-80D746928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353658"/>
              </p:ext>
            </p:extLst>
          </p:nvPr>
        </p:nvGraphicFramePr>
        <p:xfrm>
          <a:off x="1761469" y="1601922"/>
          <a:ext cx="3035537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35537">
                  <a:extLst>
                    <a:ext uri="{9D8B030D-6E8A-4147-A177-3AD203B41FA5}">
                      <a16:colId xmlns:a16="http://schemas.microsoft.com/office/drawing/2014/main" val="2360310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Gold.Customers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5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757226"/>
                  </a:ext>
                </a:extLst>
              </a:tr>
            </a:tbl>
          </a:graphicData>
        </a:graphic>
      </p:graphicFrame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990061A8-898A-F0D6-E6DB-E31D3656B4F5}"/>
              </a:ext>
            </a:extLst>
          </p:cNvPr>
          <p:cNvCxnSpPr>
            <a:cxnSpLocks/>
          </p:cNvCxnSpPr>
          <p:nvPr/>
        </p:nvCxnSpPr>
        <p:spPr>
          <a:xfrm>
            <a:off x="602171" y="1003325"/>
            <a:ext cx="1199078" cy="1130780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D245516-CEA4-3F1D-A09B-AB2CE28C6A2D}"/>
              </a:ext>
            </a:extLst>
          </p:cNvPr>
          <p:cNvCxnSpPr>
            <a:cxnSpLocks/>
            <a:endCxn id="2" idx="3"/>
          </p:cNvCxnSpPr>
          <p:nvPr/>
        </p:nvCxnSpPr>
        <p:spPr>
          <a:xfrm rot="10800000" flipV="1">
            <a:off x="4797006" y="1038470"/>
            <a:ext cx="1159298" cy="1119711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D82386-7484-C3D8-6E73-0A1B5DA42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519288"/>
              </p:ext>
            </p:extLst>
          </p:nvPr>
        </p:nvGraphicFramePr>
        <p:xfrm>
          <a:off x="597384" y="314142"/>
          <a:ext cx="2407729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07729">
                  <a:extLst>
                    <a:ext uri="{9D8B030D-6E8A-4147-A177-3AD203B41FA5}">
                      <a16:colId xmlns:a16="http://schemas.microsoft.com/office/drawing/2014/main" val="2360310720"/>
                    </a:ext>
                  </a:extLst>
                </a:gridCol>
              </a:tblGrid>
              <a:tr h="3241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silver.Customers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52736"/>
                  </a:ext>
                </a:extLst>
              </a:tr>
              <a:tr h="324138">
                <a:tc>
                  <a:txBody>
                    <a:bodyPr/>
                    <a:lstStyle/>
                    <a:p>
                      <a:r>
                        <a:rPr lang="en-US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68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8C325A6-9BC9-5334-6493-EAC089123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323175"/>
              </p:ext>
            </p:extLst>
          </p:nvPr>
        </p:nvGraphicFramePr>
        <p:xfrm>
          <a:off x="3688272" y="305800"/>
          <a:ext cx="2407728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07728">
                  <a:extLst>
                    <a:ext uri="{9D8B030D-6E8A-4147-A177-3AD203B41FA5}">
                      <a16:colId xmlns:a16="http://schemas.microsoft.com/office/drawing/2014/main" val="2360310720"/>
                    </a:ext>
                  </a:extLst>
                </a:gridCol>
              </a:tblGrid>
              <a:tr h="246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silver. locations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52736"/>
                  </a:ext>
                </a:extLst>
              </a:tr>
              <a:tr h="246284">
                <a:tc>
                  <a:txBody>
                    <a:bodyPr/>
                    <a:lstStyle/>
                    <a:p>
                      <a:r>
                        <a:rPr lang="en-US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6828"/>
                  </a:ext>
                </a:extLst>
              </a:tr>
            </a:tbl>
          </a:graphicData>
        </a:graphic>
      </p:graphicFrame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CFFDCBC-B491-3CF4-B451-B9B7112D9A03}"/>
              </a:ext>
            </a:extLst>
          </p:cNvPr>
          <p:cNvSpPr/>
          <p:nvPr/>
        </p:nvSpPr>
        <p:spPr>
          <a:xfrm>
            <a:off x="387229" y="3427705"/>
            <a:ext cx="5966604" cy="311615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2892797-3CB9-2FE9-4391-4525388806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47051"/>
              </p:ext>
            </p:extLst>
          </p:nvPr>
        </p:nvGraphicFramePr>
        <p:xfrm>
          <a:off x="1841502" y="5131852"/>
          <a:ext cx="3035537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35537">
                  <a:extLst>
                    <a:ext uri="{9D8B030D-6E8A-4147-A177-3AD203B41FA5}">
                      <a16:colId xmlns:a16="http://schemas.microsoft.com/office/drawing/2014/main" val="2360310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Gold.orders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52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order_id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6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payment_id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757226"/>
                  </a:ext>
                </a:extLst>
              </a:tr>
            </a:tbl>
          </a:graphicData>
        </a:graphic>
      </p:graphicFrame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03F1B8C-6AE6-7641-B6F3-6BAACBFDA7A8}"/>
              </a:ext>
            </a:extLst>
          </p:cNvPr>
          <p:cNvCxnSpPr>
            <a:cxnSpLocks/>
          </p:cNvCxnSpPr>
          <p:nvPr/>
        </p:nvCxnSpPr>
        <p:spPr>
          <a:xfrm>
            <a:off x="671174" y="4538643"/>
            <a:ext cx="1199078" cy="1130780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CD31132-D129-9545-8B88-2B3C7A09BF88}"/>
              </a:ext>
            </a:extLst>
          </p:cNvPr>
          <p:cNvCxnSpPr>
            <a:cxnSpLocks/>
            <a:endCxn id="36" idx="3"/>
          </p:cNvCxnSpPr>
          <p:nvPr/>
        </p:nvCxnSpPr>
        <p:spPr>
          <a:xfrm rot="10800000" flipV="1">
            <a:off x="4877039" y="4568400"/>
            <a:ext cx="1159298" cy="1119711"/>
          </a:xfrm>
          <a:prstGeom prst="bentConnector3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58781991-2039-3633-35DE-BC7A6F0B6F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764474"/>
              </p:ext>
            </p:extLst>
          </p:nvPr>
        </p:nvGraphicFramePr>
        <p:xfrm>
          <a:off x="588750" y="3841340"/>
          <a:ext cx="2407729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07729">
                  <a:extLst>
                    <a:ext uri="{9D8B030D-6E8A-4147-A177-3AD203B41FA5}">
                      <a16:colId xmlns:a16="http://schemas.microsoft.com/office/drawing/2014/main" val="2360310720"/>
                    </a:ext>
                  </a:extLst>
                </a:gridCol>
              </a:tblGrid>
              <a:tr h="3241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silver.orders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52736"/>
                  </a:ext>
                </a:extLst>
              </a:tr>
              <a:tr h="324138">
                <a:tc>
                  <a:txBody>
                    <a:bodyPr/>
                    <a:lstStyle/>
                    <a:p>
                      <a:r>
                        <a:rPr lang="en-US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6828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7E1BF27-11F1-9243-E438-E32BD9FD1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04313"/>
              </p:ext>
            </p:extLst>
          </p:nvPr>
        </p:nvGraphicFramePr>
        <p:xfrm>
          <a:off x="3718466" y="3862546"/>
          <a:ext cx="2407728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07728">
                  <a:extLst>
                    <a:ext uri="{9D8B030D-6E8A-4147-A177-3AD203B41FA5}">
                      <a16:colId xmlns:a16="http://schemas.microsoft.com/office/drawing/2014/main" val="2360310720"/>
                    </a:ext>
                  </a:extLst>
                </a:gridCol>
              </a:tblGrid>
              <a:tr h="24628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silver.payment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52736"/>
                  </a:ext>
                </a:extLst>
              </a:tr>
              <a:tr h="246284">
                <a:tc>
                  <a:txBody>
                    <a:bodyPr/>
                    <a:lstStyle/>
                    <a:p>
                      <a:r>
                        <a:rPr lang="en-US" dirty="0"/>
                        <a:t>Customer_id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6828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0948B9B-AE77-A56A-929F-28A83BC6B203}"/>
              </a:ext>
            </a:extLst>
          </p:cNvPr>
          <p:cNvSpPr/>
          <p:nvPr/>
        </p:nvSpPr>
        <p:spPr>
          <a:xfrm>
            <a:off x="7511687" y="74331"/>
            <a:ext cx="3755366" cy="304598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6EA9781-68CC-EDC1-3A9D-12F073E3C820}"/>
              </a:ext>
            </a:extLst>
          </p:cNvPr>
          <p:cNvSpPr/>
          <p:nvPr/>
        </p:nvSpPr>
        <p:spPr>
          <a:xfrm>
            <a:off x="7557697" y="3428999"/>
            <a:ext cx="3755366" cy="3045986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BFD84A65-DFC3-CB11-35FA-4DB6C2AFF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192124"/>
              </p:ext>
            </p:extLst>
          </p:nvPr>
        </p:nvGraphicFramePr>
        <p:xfrm>
          <a:off x="8231515" y="432324"/>
          <a:ext cx="2407729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07729">
                  <a:extLst>
                    <a:ext uri="{9D8B030D-6E8A-4147-A177-3AD203B41FA5}">
                      <a16:colId xmlns:a16="http://schemas.microsoft.com/office/drawing/2014/main" val="2360310720"/>
                    </a:ext>
                  </a:extLst>
                </a:gridCol>
              </a:tblGrid>
              <a:tr h="3241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Gold.products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52736"/>
                  </a:ext>
                </a:extLst>
              </a:tr>
              <a:tr h="324138">
                <a:tc>
                  <a:txBody>
                    <a:bodyPr/>
                    <a:lstStyle/>
                    <a:p>
                      <a:r>
                        <a:rPr lang="en-US" dirty="0"/>
                        <a:t>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6828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EF4B328B-8129-15C1-3337-FFFE10187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937283"/>
              </p:ext>
            </p:extLst>
          </p:nvPr>
        </p:nvGraphicFramePr>
        <p:xfrm>
          <a:off x="8231515" y="1710620"/>
          <a:ext cx="2407729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07729">
                  <a:extLst>
                    <a:ext uri="{9D8B030D-6E8A-4147-A177-3AD203B41FA5}">
                      <a16:colId xmlns:a16="http://schemas.microsoft.com/office/drawing/2014/main" val="2360310720"/>
                    </a:ext>
                  </a:extLst>
                </a:gridCol>
              </a:tblGrid>
              <a:tr h="3241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silver. products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52736"/>
                  </a:ext>
                </a:extLst>
              </a:tr>
              <a:tr h="324138">
                <a:tc>
                  <a:txBody>
                    <a:bodyPr/>
                    <a:lstStyle/>
                    <a:p>
                      <a:r>
                        <a:rPr lang="en-US" dirty="0"/>
                        <a:t>product_id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6828"/>
                  </a:ext>
                </a:extLst>
              </a:tr>
            </a:tbl>
          </a:graphicData>
        </a:graphic>
      </p:graphicFrame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C1B0FB1-6DF1-9C04-50E2-9020E3E3998A}"/>
              </a:ext>
            </a:extLst>
          </p:cNvPr>
          <p:cNvCxnSpPr/>
          <p:nvPr/>
        </p:nvCxnSpPr>
        <p:spPr>
          <a:xfrm>
            <a:off x="9389370" y="1136100"/>
            <a:ext cx="0" cy="57452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3905FE73-5063-D03D-6DE0-82606A2FB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097723"/>
              </p:ext>
            </p:extLst>
          </p:nvPr>
        </p:nvGraphicFramePr>
        <p:xfrm>
          <a:off x="8194131" y="3841340"/>
          <a:ext cx="2407729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07729">
                  <a:extLst>
                    <a:ext uri="{9D8B030D-6E8A-4147-A177-3AD203B41FA5}">
                      <a16:colId xmlns:a16="http://schemas.microsoft.com/office/drawing/2014/main" val="2360310720"/>
                    </a:ext>
                  </a:extLst>
                </a:gridCol>
              </a:tblGrid>
              <a:tr h="3241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Gold.locations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52736"/>
                  </a:ext>
                </a:extLst>
              </a:tr>
              <a:tr h="324138">
                <a:tc>
                  <a:txBody>
                    <a:bodyPr/>
                    <a:lstStyle/>
                    <a:p>
                      <a:r>
                        <a:rPr lang="en-US" dirty="0"/>
                        <a:t>locations_id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6828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1717F431-8C4A-90CD-4C6E-C4F1F3EBE1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171242"/>
              </p:ext>
            </p:extLst>
          </p:nvPr>
        </p:nvGraphicFramePr>
        <p:xfrm>
          <a:off x="8194131" y="5136883"/>
          <a:ext cx="2407729" cy="731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07729">
                  <a:extLst>
                    <a:ext uri="{9D8B030D-6E8A-4147-A177-3AD203B41FA5}">
                      <a16:colId xmlns:a16="http://schemas.microsoft.com/office/drawing/2014/main" val="2360310720"/>
                    </a:ext>
                  </a:extLst>
                </a:gridCol>
              </a:tblGrid>
              <a:tr h="3241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silver. locations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752736"/>
                  </a:ext>
                </a:extLst>
              </a:tr>
              <a:tr h="324138">
                <a:tc>
                  <a:txBody>
                    <a:bodyPr/>
                    <a:lstStyle/>
                    <a:p>
                      <a:r>
                        <a:rPr lang="en-US" dirty="0"/>
                        <a:t>locations_id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6446828"/>
                  </a:ext>
                </a:extLst>
              </a:tr>
            </a:tbl>
          </a:graphicData>
        </a:graphic>
      </p:graphicFrame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DAF166C-06D5-F153-9741-8DE02B71DCA3}"/>
              </a:ext>
            </a:extLst>
          </p:cNvPr>
          <p:cNvCxnSpPr/>
          <p:nvPr/>
        </p:nvCxnSpPr>
        <p:spPr>
          <a:xfrm>
            <a:off x="9360612" y="4572860"/>
            <a:ext cx="0" cy="574520"/>
          </a:xfrm>
          <a:prstGeom prst="straightConnector1">
            <a:avLst/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469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66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vishal jadhav</dc:creator>
  <cp:lastModifiedBy>vishal jadhav</cp:lastModifiedBy>
  <cp:revision>11</cp:revision>
  <dcterms:created xsi:type="dcterms:W3CDTF">2026-10-26T17:38:42Z</dcterms:created>
  <dcterms:modified xsi:type="dcterms:W3CDTF">2026-10-29T07:44:10Z</dcterms:modified>
</cp:coreProperties>
</file>