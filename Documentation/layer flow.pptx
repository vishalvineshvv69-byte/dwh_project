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75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4315-B953-3628-79BF-8B7174088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CE8AF-FF40-C4B8-C81B-1E550295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56A6-DE50-CB78-EE55-E892449B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44F9-4C5C-6BB7-B4D6-2C949B09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6D8C0-3F34-36BA-5B39-D6F26F72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7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659-E517-BA5D-5623-8FB8DB74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B134-8B37-93DB-9A8A-1A1B0B7C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46E9-ADF9-3F9B-5867-1F941988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B8F8-5C98-4499-E850-D05EF1D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F6E5-762A-44DC-5AE1-2248960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7D6-AF52-D4A5-8484-43DFA0F0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7F8F-1B20-DB62-65FB-0855CD56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E0A5-E7CA-70C3-EE6D-A4BBC6D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05B07-0131-742B-880C-7A961FC1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ACBB-57F6-85D9-F9DC-2AC7AC55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C3AB-51C7-E734-966E-ABC99A3C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9815-F1C7-3514-289C-8BED7C25B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8E18F-FFEF-0E86-2C9F-2DA20209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C7068-A32D-3469-F386-6C2B133D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E9AC-CEA3-0DC3-D2F1-24BDB7F4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4047F-A695-9DD8-7D9B-65F666D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B74C-1457-53E7-1E8A-A92F728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9B327-83E1-BE92-B36F-48F7BA42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ABB1-5CE7-B09E-CF7E-9055591E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BAD1-054A-5ED6-EFF1-A8730D182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8AC0B-9BBE-D928-01C6-4A09C3F64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AB3E4-8772-7AC3-39E3-887182BD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08649-1C9E-369C-462D-1DEA1AD1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485AB-E3D1-58A7-A302-F90A58FA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05DD-5AAB-60B8-1C42-D20E9DB1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1B24A-9326-D2BB-EEBF-1C11565E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436D-7B17-D68C-53D1-27556047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8498F-7CE3-897D-4D4D-4466A525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1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AED65-BFEB-2904-F04B-873EA70D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4EE6-6D8C-26C0-C132-A91AF047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B4A8-D7CD-3FD7-D920-95C487C9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7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F37F-3730-613A-CA29-32BFB2D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9CE1-3388-9E4E-4060-C19F9930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D75-301D-9D7A-6987-9CAF63B46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8452-BBAC-A39B-CD95-EB8B105A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B2DD-A394-6A6F-A778-DC9FEA88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9CF-CBC8-6A64-2FDA-BFF28E6B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8380-1702-6BC7-529C-43EC8E6E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6DC8-DD4D-2AD2-32AB-53AA2FC5C6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6B027-9BC4-ED87-4EC1-476C0D5D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AAD93-2B1F-14E4-1300-4B4F3763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0EAB-58B4-6320-6FA7-CB738E0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5851C-C9A2-8AFC-06C8-39633D2E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8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7A10-3EBF-A331-A1F6-A7617352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F132B-18CF-15E2-BEBB-33E2BF87F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A053-D636-3265-FE23-A295C0EB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8C425-774D-CA55-B0A4-0A58E579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4364-2238-A1DF-334D-35637BCD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1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84B38-8D9C-5354-B536-EDDCFE23A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DB137-D6A4-2D40-0095-8A57848D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A3FA-BA50-3D24-E539-8ABA9AFF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D01D-5416-863E-338A-DD3A721D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35C3B-3C68-DA4D-5F06-24B13BE2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57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60B7E-45D7-6C3D-76B3-435B884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6B2-6C77-D2C8-1072-A5420C14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3A97-AE9F-AED1-33DE-6BE8A635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87B-341B-3F28-ED21-F7F7AFAC5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2EB8-E251-666D-22BD-90CA33F66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8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541282-C050-81BD-8593-BAEF214FAD49}"/>
              </a:ext>
            </a:extLst>
          </p:cNvPr>
          <p:cNvSpPr/>
          <p:nvPr/>
        </p:nvSpPr>
        <p:spPr>
          <a:xfrm>
            <a:off x="569343" y="345057"/>
            <a:ext cx="2838090" cy="6231637"/>
          </a:xfrm>
          <a:prstGeom prst="roundRect">
            <a:avLst/>
          </a:prstGeom>
          <a:ln w="28575">
            <a:solidFill>
              <a:schemeClr val="bg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C2B009-A0FA-4FEF-8F91-26F9E01276BF}"/>
              </a:ext>
            </a:extLst>
          </p:cNvPr>
          <p:cNvSpPr/>
          <p:nvPr/>
        </p:nvSpPr>
        <p:spPr>
          <a:xfrm>
            <a:off x="8623539" y="345057"/>
            <a:ext cx="2838090" cy="6231638"/>
          </a:xfrm>
          <a:prstGeom prst="roundRect">
            <a:avLst/>
          </a:prstGeom>
          <a:ln w="28575">
            <a:solidFill>
              <a:schemeClr val="bg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9F652A-6EA9-AC4F-9E48-E5D672BF3EF0}"/>
              </a:ext>
            </a:extLst>
          </p:cNvPr>
          <p:cNvSpPr/>
          <p:nvPr/>
        </p:nvSpPr>
        <p:spPr>
          <a:xfrm>
            <a:off x="4576313" y="345056"/>
            <a:ext cx="2838090" cy="6231637"/>
          </a:xfrm>
          <a:prstGeom prst="roundRect">
            <a:avLst/>
          </a:prstGeom>
          <a:ln w="28575">
            <a:solidFill>
              <a:schemeClr val="bg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C449A930-427A-B638-573B-021B7CD15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0643" y="502214"/>
            <a:ext cx="1395490" cy="1395490"/>
          </a:xfrm>
          <a:prstGeom prst="rect">
            <a:avLst/>
          </a:prstGeom>
        </p:spPr>
      </p:pic>
      <p:pic>
        <p:nvPicPr>
          <p:cNvPr id="23" name="Graphic 22" descr="Database with solid fill">
            <a:extLst>
              <a:ext uri="{FF2B5EF4-FFF2-40B4-BE49-F238E27FC236}">
                <a16:creationId xmlns:a16="http://schemas.microsoft.com/office/drawing/2014/main" id="{2AF7F77D-8539-7CAC-44A2-E95900E43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4427" y="502214"/>
            <a:ext cx="1481862" cy="1481862"/>
          </a:xfrm>
          <a:prstGeom prst="rect">
            <a:avLst/>
          </a:prstGeom>
        </p:spPr>
      </p:pic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4170C86A-619F-9BE6-0AE2-5DA6FA577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1653" y="502214"/>
            <a:ext cx="1481862" cy="1481862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484B109-E57C-84AA-A85F-7538BDF62A41}"/>
              </a:ext>
            </a:extLst>
          </p:cNvPr>
          <p:cNvSpPr/>
          <p:nvPr/>
        </p:nvSpPr>
        <p:spPr>
          <a:xfrm>
            <a:off x="681486" y="2294627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Bronze.customers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E07E04E-271F-7A49-8B1E-D79647661EAD}"/>
              </a:ext>
            </a:extLst>
          </p:cNvPr>
          <p:cNvSpPr/>
          <p:nvPr/>
        </p:nvSpPr>
        <p:spPr>
          <a:xfrm>
            <a:off x="681486" y="2860007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Bronze.locations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E66B58A-3DC1-C5EA-1A41-70101180E0E6}"/>
              </a:ext>
            </a:extLst>
          </p:cNvPr>
          <p:cNvSpPr/>
          <p:nvPr/>
        </p:nvSpPr>
        <p:spPr>
          <a:xfrm>
            <a:off x="660913" y="3428050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Bronze.orders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0F43A7F-C189-00E7-B250-28D134F3DE2A}"/>
              </a:ext>
            </a:extLst>
          </p:cNvPr>
          <p:cNvSpPr/>
          <p:nvPr/>
        </p:nvSpPr>
        <p:spPr>
          <a:xfrm>
            <a:off x="660913" y="3997993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Bronze.products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6E3C3FD-55AB-F650-287D-65A71F340625}"/>
              </a:ext>
            </a:extLst>
          </p:cNvPr>
          <p:cNvSpPr/>
          <p:nvPr/>
        </p:nvSpPr>
        <p:spPr>
          <a:xfrm>
            <a:off x="681486" y="4541281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Bronze.order_lines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95ED486-F68C-2D6F-F99D-0C917E102750}"/>
              </a:ext>
            </a:extLst>
          </p:cNvPr>
          <p:cNvSpPr/>
          <p:nvPr/>
        </p:nvSpPr>
        <p:spPr>
          <a:xfrm>
            <a:off x="660913" y="5084569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Bronze.payment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33A581F-A263-D641-C5C8-C6A14C5911DB}"/>
              </a:ext>
            </a:extLst>
          </p:cNvPr>
          <p:cNvSpPr/>
          <p:nvPr/>
        </p:nvSpPr>
        <p:spPr>
          <a:xfrm>
            <a:off x="4698298" y="2294627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Silver.customers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6747386-5D21-A291-72AA-839C479C82D8}"/>
              </a:ext>
            </a:extLst>
          </p:cNvPr>
          <p:cNvSpPr/>
          <p:nvPr/>
        </p:nvSpPr>
        <p:spPr>
          <a:xfrm>
            <a:off x="4698298" y="2860007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Silver.locations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B79F525-FF98-4B16-135C-4E2783F4C17A}"/>
              </a:ext>
            </a:extLst>
          </p:cNvPr>
          <p:cNvSpPr/>
          <p:nvPr/>
        </p:nvSpPr>
        <p:spPr>
          <a:xfrm>
            <a:off x="4677725" y="3428050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Silver.orders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55545BB-F049-D90C-15A4-CFA49C621720}"/>
              </a:ext>
            </a:extLst>
          </p:cNvPr>
          <p:cNvSpPr/>
          <p:nvPr/>
        </p:nvSpPr>
        <p:spPr>
          <a:xfrm>
            <a:off x="4677725" y="3997993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Silver.products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218A786-9F0E-0FF7-AEF6-5BAA3F383F52}"/>
              </a:ext>
            </a:extLst>
          </p:cNvPr>
          <p:cNvSpPr/>
          <p:nvPr/>
        </p:nvSpPr>
        <p:spPr>
          <a:xfrm>
            <a:off x="4698298" y="4541281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Silver.order_lines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DC18BC2-F767-6641-A3B2-0BDE81C1A235}"/>
              </a:ext>
            </a:extLst>
          </p:cNvPr>
          <p:cNvSpPr/>
          <p:nvPr/>
        </p:nvSpPr>
        <p:spPr>
          <a:xfrm>
            <a:off x="4677725" y="5084569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Silver.payment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715DF87-0281-6A2E-C6B9-D1A1BD1ABE9C}"/>
              </a:ext>
            </a:extLst>
          </p:cNvPr>
          <p:cNvSpPr/>
          <p:nvPr/>
        </p:nvSpPr>
        <p:spPr>
          <a:xfrm>
            <a:off x="8812379" y="2251373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Gold.customers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E23E317-C761-820D-6096-AF208498F014}"/>
              </a:ext>
            </a:extLst>
          </p:cNvPr>
          <p:cNvSpPr/>
          <p:nvPr/>
        </p:nvSpPr>
        <p:spPr>
          <a:xfrm>
            <a:off x="8812379" y="2816753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Gold.locations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D08ABCD-5008-4750-BC9C-0D6CD1BD1B0D}"/>
              </a:ext>
            </a:extLst>
          </p:cNvPr>
          <p:cNvSpPr/>
          <p:nvPr/>
        </p:nvSpPr>
        <p:spPr>
          <a:xfrm>
            <a:off x="8791806" y="3384796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Gold.orders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575D0B7-5B2B-63F9-42F6-29EC483B519E}"/>
              </a:ext>
            </a:extLst>
          </p:cNvPr>
          <p:cNvSpPr/>
          <p:nvPr/>
        </p:nvSpPr>
        <p:spPr>
          <a:xfrm>
            <a:off x="8791806" y="3954739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Gold.products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D74A680-7C46-4AE0-5DC6-10F96AE68B8F}"/>
              </a:ext>
            </a:extLst>
          </p:cNvPr>
          <p:cNvSpPr/>
          <p:nvPr/>
        </p:nvSpPr>
        <p:spPr>
          <a:xfrm>
            <a:off x="8812379" y="4498027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Gold.order_lines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92D9919-45F4-1333-7B96-49339BBEEFA6}"/>
              </a:ext>
            </a:extLst>
          </p:cNvPr>
          <p:cNvSpPr/>
          <p:nvPr/>
        </p:nvSpPr>
        <p:spPr>
          <a:xfrm>
            <a:off x="8791806" y="5041315"/>
            <a:ext cx="2613803" cy="42269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Gold.payment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B324C4B8-5EC1-6407-54A2-4ADB597A4971}"/>
              </a:ext>
            </a:extLst>
          </p:cNvPr>
          <p:cNvSpPr/>
          <p:nvPr/>
        </p:nvSpPr>
        <p:spPr>
          <a:xfrm>
            <a:off x="3463556" y="3342472"/>
            <a:ext cx="1091294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C046F8EC-59CE-7609-250E-D57DD8215643}"/>
              </a:ext>
            </a:extLst>
          </p:cNvPr>
          <p:cNvSpPr/>
          <p:nvPr/>
        </p:nvSpPr>
        <p:spPr>
          <a:xfrm>
            <a:off x="7532245" y="3349340"/>
            <a:ext cx="1091294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45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jadhav</dc:creator>
  <cp:lastModifiedBy>vishal jadhav</cp:lastModifiedBy>
  <cp:revision>12</cp:revision>
  <dcterms:created xsi:type="dcterms:W3CDTF">2026-10-26T17:38:42Z</dcterms:created>
  <dcterms:modified xsi:type="dcterms:W3CDTF">2026-10-29T07:44:24Z</dcterms:modified>
</cp:coreProperties>
</file>